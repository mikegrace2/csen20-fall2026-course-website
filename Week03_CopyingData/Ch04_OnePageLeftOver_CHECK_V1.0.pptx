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"/>
  </p:notesMasterIdLst>
  <p:handoutMasterIdLst>
    <p:handoutMasterId r:id="rId6"/>
  </p:handoutMasterIdLst>
  <p:sldIdLst>
    <p:sldId id="375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08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72036" y="1944457"/>
            <a:ext cx="8240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	R0,=x		// R0 &lt;-- &amp;x         (get the address of 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	R0,[R0]		// R0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&lt;-- x           (load the value of what R0 points)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	R0,R0,#5	// R0 &lt;-- R0 + 5  (add 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	R1,=y		// R1 &lt;-- &amp;y        (get the address of 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	R0,[R1]		// R0 --&gt; y          (store R0 to address of 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F2FC2C1-D2B0-4AF5-B32F-76A99D00CB52}"/>
                  </a:ext>
                </a:extLst>
              </p:cNvPr>
              <p:cNvSpPr/>
              <p:nvPr/>
            </p:nvSpPr>
            <p:spPr>
              <a:xfrm>
                <a:off x="2157150" y="4620195"/>
                <a:ext cx="5412661" cy="18732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Common mistake: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R0,=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x+5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 // R0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+5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x+5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 is an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address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expression evaluated at time of assembly; its value is a constant and does </a:t>
                </a: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not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depend on the content of variable x.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F2FC2C1-D2B0-4AF5-B32F-76A99D00C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150" y="4620195"/>
                <a:ext cx="5412661" cy="1873274"/>
              </a:xfrm>
              <a:prstGeom prst="rect">
                <a:avLst/>
              </a:prstGeom>
              <a:blipFill>
                <a:blip r:embed="rId2"/>
                <a:stretch>
                  <a:fillRect l="-1012" r="-225" b="-1299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9140"/>
            <a:ext cx="7974874" cy="718646"/>
          </a:xfrm>
        </p:spPr>
        <p:txBody>
          <a:bodyPr>
            <a:normAutofit/>
          </a:bodyPr>
          <a:lstStyle/>
          <a:p>
            <a:r>
              <a:rPr lang="en-US" dirty="0"/>
              <a:t>EXAMPLE Implementing  y = x + 5 ;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7111" y="3119538"/>
            <a:ext cx="239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Try it with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729" y="3555954"/>
            <a:ext cx="3561168" cy="2863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40526" y="1575125"/>
            <a:ext cx="268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3" y="3801848"/>
            <a:ext cx="8221222" cy="5811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3" y="3198317"/>
            <a:ext cx="2353003" cy="5811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06493" y="359808"/>
            <a:ext cx="6263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https://cpulator.01xz.net/?sys=arm-de1soc&amp;d_audio=48000</a:t>
            </a:r>
          </a:p>
        </p:txBody>
      </p:sp>
    </p:spTree>
    <p:extLst>
      <p:ext uri="{BB962C8B-B14F-4D97-AF65-F5344CB8AC3E}">
        <p14:creationId xmlns:p14="http://schemas.microsoft.com/office/powerpoint/2010/main" val="2669097031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1206</TotalTime>
  <Words>181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Narrow</vt:lpstr>
      <vt:lpstr>Calibri</vt:lpstr>
      <vt:lpstr>Cambria Math</vt:lpstr>
      <vt:lpstr>Garamond</vt:lpstr>
      <vt:lpstr>Times New Roman</vt:lpstr>
      <vt:lpstr>SCUTemplate</vt:lpstr>
      <vt:lpstr>Custom Design</vt:lpstr>
      <vt:lpstr>1_SCUTemplate</vt:lpstr>
      <vt:lpstr>EXAMPLE Implementing  y = x + 5 ;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211</cp:revision>
  <cp:lastPrinted>2023-09-11T21:46:56Z</cp:lastPrinted>
  <dcterms:created xsi:type="dcterms:W3CDTF">2023-09-09T19:51:41Z</dcterms:created>
  <dcterms:modified xsi:type="dcterms:W3CDTF">2025-04-28T16:15:04Z</dcterms:modified>
</cp:coreProperties>
</file>