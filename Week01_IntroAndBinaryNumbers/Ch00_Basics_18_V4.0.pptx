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2"/>
  </p:notesMasterIdLst>
  <p:handoutMasterIdLst>
    <p:handoutMasterId r:id="rId23"/>
  </p:handoutMasterIdLst>
  <p:sldIdLst>
    <p:sldId id="333" r:id="rId4"/>
    <p:sldId id="443" r:id="rId5"/>
    <p:sldId id="432" r:id="rId6"/>
    <p:sldId id="433" r:id="rId7"/>
    <p:sldId id="479" r:id="rId8"/>
    <p:sldId id="436" r:id="rId9"/>
    <p:sldId id="451" r:id="rId10"/>
    <p:sldId id="437" r:id="rId11"/>
    <p:sldId id="480" r:id="rId12"/>
    <p:sldId id="469" r:id="rId13"/>
    <p:sldId id="440" r:id="rId14"/>
    <p:sldId id="483" r:id="rId15"/>
    <p:sldId id="472" r:id="rId16"/>
    <p:sldId id="445" r:id="rId17"/>
    <p:sldId id="484" r:id="rId18"/>
    <p:sldId id="452" r:id="rId19"/>
    <p:sldId id="442" r:id="rId20"/>
    <p:sldId id="336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mschimpf@scu.edu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gr.scu.edu/~dlewis/book3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036272"/>
            <a:ext cx="10395285" cy="45851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61072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CSEN 20</a:t>
            </a:r>
          </a:p>
        </p:txBody>
      </p:sp>
    </p:spTree>
    <p:extLst>
      <p:ext uri="{BB962C8B-B14F-4D97-AF65-F5344CB8AC3E}">
        <p14:creationId xmlns:p14="http://schemas.microsoft.com/office/powerpoint/2010/main" val="35217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Instructor: Michael Schimpf, PhD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Email: </a:t>
            </a:r>
            <a:r>
              <a:rPr lang="en-US" dirty="0">
                <a:hlinkClick r:id="rId2"/>
              </a:rPr>
              <a:t>mschimpf@scu.edu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Course material and latest info's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On Camino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Check often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904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Office: Heafey 208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 hours: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Monday 		10:30am to 11:30am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Wednesday 	10:30am to 11:30am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Friday		10:30am to 11:30am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52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482" y="1385030"/>
            <a:ext cx="7857244" cy="49049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About 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Master at SCU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Peer Advisor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AYAL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Lecturer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Senior Design CSEN </a:t>
            </a:r>
            <a:r>
              <a:rPr lang="en-US" dirty="0" err="1">
                <a:solidFill>
                  <a:schemeClr val="tx1"/>
                </a:solidFill>
              </a:rPr>
              <a:t>Organizator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Zsar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277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10031730" cy="53571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Quizzes: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Every Friday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10 multiple choice questions</a:t>
            </a:r>
            <a:br>
              <a:rPr lang="en-US" b="0" dirty="0">
                <a:solidFill>
                  <a:schemeClr val="tx1"/>
                </a:solidFill>
              </a:rPr>
            </a:b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20 minutes (last 20 minutes of the lecture)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Worst quiz will be dropped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cheat-sheet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3363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9" y="1416646"/>
            <a:ext cx="10468877" cy="523681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Quizzes: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In person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cheat-sheet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 paper only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electronic devices at 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1876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9" y="1416646"/>
            <a:ext cx="10468877" cy="5236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Final: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In finals week: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cheat-sheet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20 multiple choice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5 Programmer/calculation questions</a:t>
            </a:r>
          </a:p>
        </p:txBody>
      </p:sp>
    </p:spTree>
    <p:extLst>
      <p:ext uri="{BB962C8B-B14F-4D97-AF65-F5344CB8AC3E}">
        <p14:creationId xmlns:p14="http://schemas.microsoft.com/office/powerpoint/2010/main" val="379786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8" y="1284299"/>
            <a:ext cx="10400699" cy="53731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Midterms: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midterms 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Homework: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Homework</a:t>
            </a:r>
            <a:endParaRPr lang="en-US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Zoom: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recordings or meetings at 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2529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8" y="1284299"/>
            <a:ext cx="10400699" cy="5373175"/>
          </a:xfrm>
        </p:spPr>
        <p:txBody>
          <a:bodyPr>
            <a:normAutofit/>
          </a:bodyPr>
          <a:lstStyle/>
          <a:p>
            <a:endParaRPr lang="en-US" b="0" dirty="0"/>
          </a:p>
          <a:p>
            <a:r>
              <a:rPr lang="en-US" dirty="0">
                <a:solidFill>
                  <a:schemeClr val="tx1"/>
                </a:solidFill>
              </a:rPr>
              <a:t>Slides: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From Dan’s Book </a:t>
            </a:r>
            <a:r>
              <a:rPr lang="en-US" b="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https://www.engr.scu.edu/~dlewis/book3/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Some editions from Moe </a:t>
            </a:r>
            <a:r>
              <a:rPr lang="en-US" b="0" dirty="0" err="1">
                <a:solidFill>
                  <a:schemeClr val="tx1"/>
                </a:solidFill>
              </a:rPr>
              <a:t>Amouzgar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And adjusted by me …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75421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Grade Calculation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Quizzes: 	60%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Final: 		40%</a:t>
            </a:r>
            <a:br>
              <a:rPr lang="en-US" b="0" dirty="0">
                <a:solidFill>
                  <a:schemeClr val="tx1"/>
                </a:solidFill>
              </a:rPr>
            </a:b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No curving …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What you see as grade in Camino is what you will get in Workday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600" y="1524892"/>
            <a:ext cx="4751739" cy="3597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5722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2A04E-4326-56C6-9AA0-B11855894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90" y="1586685"/>
            <a:ext cx="10861964" cy="38751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4847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48" y="782983"/>
            <a:ext cx="10432783" cy="583438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Book: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</a:t>
            </a:r>
            <a:r>
              <a:rPr lang="en-US" dirty="0">
                <a:solidFill>
                  <a:schemeClr val="tx1"/>
                </a:solidFill>
              </a:rPr>
              <a:t>Web page:</a:t>
            </a:r>
            <a:r>
              <a:rPr lang="en-US" b="0" dirty="0">
                <a:solidFill>
                  <a:schemeClr val="tx1"/>
                </a:solidFill>
              </a:rPr>
              <a:t> https://www.engr.scu.edu/~dlewis/book3/</a:t>
            </a:r>
          </a:p>
        </p:txBody>
      </p:sp>
      <p:pic>
        <p:nvPicPr>
          <p:cNvPr id="1026" name="Picture 2" descr="https://www.engr.scu.edu/~dlewis/book3/images/Cover5th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838" y="1407696"/>
            <a:ext cx="2500065" cy="37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42" y="1921043"/>
            <a:ext cx="6263202" cy="38149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45904" y="2582779"/>
            <a:ext cx="1548063" cy="243037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8815137" y="1431839"/>
            <a:ext cx="484632" cy="97840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4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116" y="1304422"/>
            <a:ext cx="9144000" cy="530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Labs: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chemeClr val="tx1"/>
                </a:solidFill>
              </a:rPr>
              <a:t>Haefey</a:t>
            </a:r>
            <a:r>
              <a:rPr lang="en-US" b="0" dirty="0">
                <a:solidFill>
                  <a:schemeClr val="tx1"/>
                </a:solidFill>
              </a:rPr>
              <a:t> Hall 111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lab per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Demo your solution to the TA (at the end)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Submit your solution after the lab (Deadline midnight)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The worst lab will be dropped</a:t>
            </a:r>
          </a:p>
        </p:txBody>
      </p:sp>
    </p:spTree>
    <p:extLst>
      <p:ext uri="{BB962C8B-B14F-4D97-AF65-F5344CB8AC3E}">
        <p14:creationId xmlns:p14="http://schemas.microsoft.com/office/powerpoint/2010/main" val="158799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DA9BA-B363-6895-CE4D-38F0EAA0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F682E7B-4831-54D1-7014-76791824B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84" y="734927"/>
            <a:ext cx="11369752" cy="593056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Labs: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TA’s: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Tuesday       5:30 PM - 8:15 PM Rm 112 Heafey Hall - Prof. Schimpf &lt;mschimpf@scu.edu&gt; TA: Andrei </a:t>
            </a:r>
            <a:r>
              <a:rPr lang="en-US" sz="1200" b="0" dirty="0" err="1">
                <a:solidFill>
                  <a:schemeClr val="tx1"/>
                </a:solidFill>
              </a:rPr>
              <a:t>Negulescu</a:t>
            </a:r>
            <a:r>
              <a:rPr lang="en-US" sz="1200" b="0" dirty="0">
                <a:solidFill>
                  <a:schemeClr val="tx1"/>
                </a:solidFill>
              </a:rPr>
              <a:t> &lt;anegulescu@scu.edu&gt;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Wednesday 2:15 PM - 5:00 PM Rm 112 Heafey Hall - Prof. Schimpf &lt;mschimpf@scu.edu&gt; TA: Ridham </a:t>
            </a:r>
            <a:r>
              <a:rPr lang="en-US" sz="1200" b="0" dirty="0" err="1">
                <a:solidFill>
                  <a:schemeClr val="tx1"/>
                </a:solidFill>
              </a:rPr>
              <a:t>Kachhadiya</a:t>
            </a:r>
            <a:r>
              <a:rPr lang="en-US" sz="1200" b="0" dirty="0">
                <a:solidFill>
                  <a:schemeClr val="tx1"/>
                </a:solidFill>
              </a:rPr>
              <a:t> &lt;rkachhadiya@scu.edu&gt;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Wednesday 5:30 PM - 8:15 PM Rm 112 Heafey Hall - Prof. Cui &lt;ycui4@scu.edu&gt;                TA: Ridham </a:t>
            </a:r>
            <a:r>
              <a:rPr lang="en-US" sz="1200" b="0" dirty="0" err="1">
                <a:solidFill>
                  <a:schemeClr val="tx1"/>
                </a:solidFill>
              </a:rPr>
              <a:t>Kachhadiya</a:t>
            </a:r>
            <a:r>
              <a:rPr lang="en-US" sz="1200" b="0" dirty="0">
                <a:solidFill>
                  <a:schemeClr val="tx1"/>
                </a:solidFill>
              </a:rPr>
              <a:t> &lt;rkachhadiya@scu.edu&gt;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Thursday     2:15 PM - 5:00 PM Rm 112 Heafey Hall - Prof. Cui &lt;ycui4@scu.edu&gt;                TA: Dhanishtha Patil &lt;dpatil@scu.edu&gt;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Thursday     5:30 PM - 8:15 PM Rm 112 Heafey Hall - Prof. Cui &lt;ycui4@scu.edu&gt;                TA: Dhanishtha Patil &lt;dpatil@scu.edu&gt;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</a:rPr>
              <a:t>Friday          2:15 PM - 5:00 PM Rm 112 Heafey Hall - Prof. Cui &lt;ycui4@scu.edu&gt;                TA: Andrei </a:t>
            </a:r>
            <a:r>
              <a:rPr lang="en-US" sz="1200" b="0" dirty="0" err="1">
                <a:solidFill>
                  <a:schemeClr val="tx1"/>
                </a:solidFill>
              </a:rPr>
              <a:t>Negulescu</a:t>
            </a:r>
            <a:r>
              <a:rPr lang="en-US" sz="1200" b="0" dirty="0">
                <a:solidFill>
                  <a:schemeClr val="tx1"/>
                </a:solidFill>
              </a:rPr>
              <a:t> &lt;anegulescu@scu.edu&gt;</a:t>
            </a:r>
            <a:endParaRPr lang="en-US" sz="1400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You cannot simply switch a lab, but you can ask them via email, if something happened and you missed a lab or so.</a:t>
            </a:r>
          </a:p>
        </p:txBody>
      </p:sp>
    </p:spTree>
    <p:extLst>
      <p:ext uri="{BB962C8B-B14F-4D97-AF65-F5344CB8AC3E}">
        <p14:creationId xmlns:p14="http://schemas.microsoft.com/office/powerpoint/2010/main" val="602304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116" y="1304422"/>
            <a:ext cx="9144000" cy="530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week's lab:</a:t>
            </a:r>
          </a:p>
          <a:p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86557-5BB9-601D-A7C0-2D3402383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84" y="800451"/>
            <a:ext cx="4469118" cy="581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47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49" y="754909"/>
            <a:ext cx="10400698" cy="587048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Introduce yourself: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Major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Most liked programming language?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Most dislike programming language? And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assembler?</a:t>
            </a:r>
          </a:p>
        </p:txBody>
      </p:sp>
    </p:spTree>
    <p:extLst>
      <p:ext uri="{BB962C8B-B14F-4D97-AF65-F5344CB8AC3E}">
        <p14:creationId xmlns:p14="http://schemas.microsoft.com/office/powerpoint/2010/main" val="3277352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1709</TotalTime>
  <Words>535</Words>
  <Application>Microsoft Office PowerPoint</Application>
  <PresentationFormat>Widescreen</PresentationFormat>
  <Paragraphs>143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1_SCUTemplate</vt:lpstr>
      <vt:lpstr>CSEN20</vt:lpstr>
      <vt:lpstr>CSEN 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242</cp:revision>
  <cp:lastPrinted>2023-09-11T21:46:56Z</cp:lastPrinted>
  <dcterms:created xsi:type="dcterms:W3CDTF">2023-09-09T19:51:41Z</dcterms:created>
  <dcterms:modified xsi:type="dcterms:W3CDTF">2026-08-20T16:44:35Z</dcterms:modified>
</cp:coreProperties>
</file>