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21"/>
  </p:notesMasterIdLst>
  <p:handoutMasterIdLst>
    <p:handoutMasterId r:id="rId22"/>
  </p:handoutMasterIdLst>
  <p:sldIdLst>
    <p:sldId id="333" r:id="rId4"/>
    <p:sldId id="443" r:id="rId5"/>
    <p:sldId id="432" r:id="rId6"/>
    <p:sldId id="433" r:id="rId7"/>
    <p:sldId id="479" r:id="rId8"/>
    <p:sldId id="436" r:id="rId9"/>
    <p:sldId id="451" r:id="rId10"/>
    <p:sldId id="437" r:id="rId11"/>
    <p:sldId id="480" r:id="rId12"/>
    <p:sldId id="469" r:id="rId13"/>
    <p:sldId id="440" r:id="rId14"/>
    <p:sldId id="483" r:id="rId15"/>
    <p:sldId id="472" r:id="rId16"/>
    <p:sldId id="445" r:id="rId17"/>
    <p:sldId id="452" r:id="rId18"/>
    <p:sldId id="442" r:id="rId19"/>
    <p:sldId id="336" r:id="rId2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mschimpf@scu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ngr.scu.edu/~dlewis/book3/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ycui4@scu.edu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36272"/>
            <a:ext cx="10395285" cy="458510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61072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CSEN 20</a:t>
            </a:r>
          </a:p>
        </p:txBody>
      </p:sp>
    </p:spTree>
    <p:extLst>
      <p:ext uri="{BB962C8B-B14F-4D97-AF65-F5344CB8AC3E}">
        <p14:creationId xmlns:p14="http://schemas.microsoft.com/office/powerpoint/2010/main" val="352173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2070" y="1296330"/>
            <a:ext cx="9144000" cy="4536779"/>
          </a:xfrm>
        </p:spPr>
        <p:txBody>
          <a:bodyPr>
            <a:normAutofit/>
          </a:bodyPr>
          <a:lstStyle/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Instructor: Michael Schimpf, PhD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Email: </a:t>
            </a:r>
            <a:r>
              <a:rPr lang="en-US" dirty="0">
                <a:hlinkClick r:id="rId2"/>
              </a:rPr>
              <a:t>mschimpf@scu.edu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Course material and latest info's</a:t>
            </a:r>
          </a:p>
          <a:p>
            <a:pPr marL="800100" lvl="1" indent="-342900" algn="l">
              <a:buFont typeface="Wingdings" panose="05000000000000000000" pitchFamily="2" charset="2"/>
              <a:buChar char="q"/>
            </a:pPr>
            <a:endParaRPr lang="en-US" dirty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On Camino</a:t>
            </a:r>
          </a:p>
          <a:p>
            <a:pPr marL="800100" lvl="1" indent="-342900" algn="l">
              <a:buFont typeface="Wingdings" panose="05000000000000000000" pitchFamily="2" charset="2"/>
              <a:buChar char="q"/>
            </a:pPr>
            <a:endParaRPr lang="en-US" sz="2400" dirty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Check often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09046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2070" y="1296330"/>
            <a:ext cx="9144000" cy="4536779"/>
          </a:xfrm>
        </p:spPr>
        <p:txBody>
          <a:bodyPr>
            <a:normAutofit/>
          </a:bodyPr>
          <a:lstStyle/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Office: Heafey 208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Office hours: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Monday 		10:30am to 11:30am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Wednesday 	10:30am to 11:30am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Friday		10:30am to 11:30am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520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4482" y="1385030"/>
            <a:ext cx="7857244" cy="49049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About me: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Master at SCU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PhD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Peer Advisor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AYAL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Lecturer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Senior Design CSEN </a:t>
            </a:r>
            <a:r>
              <a:rPr lang="en-US" dirty="0" err="1">
                <a:solidFill>
                  <a:schemeClr val="tx1"/>
                </a:solidFill>
              </a:rPr>
              <a:t>Organizator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Zsar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2772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2070" y="1296330"/>
            <a:ext cx="10031730" cy="535713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Quizzes: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Every Friday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10 multiple choice questions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1 short implementation question</a:t>
            </a:r>
            <a:br>
              <a:rPr lang="en-US" b="0" dirty="0">
                <a:solidFill>
                  <a:schemeClr val="tx1"/>
                </a:solidFill>
              </a:rPr>
            </a:b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20 minutes + 10 minutes for OAE students (last 30 minutes of the lecture)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Worst quiz will be dropped (Automatically by Camino)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One cheat-sheet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233632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059" y="1416646"/>
            <a:ext cx="10468877" cy="5236817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Quizzes:</a:t>
            </a: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In person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One cheat-sheet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On paper only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No electronic devices at all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18765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059" y="1416646"/>
            <a:ext cx="10468877" cy="523681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Final:</a:t>
            </a: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In finals week:</a:t>
            </a:r>
          </a:p>
          <a:p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Two cheat-sheet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30 multiple choice questions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4 Programmer/calculation questions</a:t>
            </a:r>
          </a:p>
        </p:txBody>
      </p:sp>
    </p:spTree>
    <p:extLst>
      <p:ext uri="{BB962C8B-B14F-4D97-AF65-F5344CB8AC3E}">
        <p14:creationId xmlns:p14="http://schemas.microsoft.com/office/powerpoint/2010/main" val="3797869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058" y="1284299"/>
            <a:ext cx="10400699" cy="53731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Midterms: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No midterms …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Homework: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No Homework</a:t>
            </a:r>
            <a:endParaRPr lang="en-US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Zoom: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No recordings or meetings at all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625293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058" y="1284299"/>
            <a:ext cx="10400699" cy="5373175"/>
          </a:xfrm>
        </p:spPr>
        <p:txBody>
          <a:bodyPr>
            <a:normAutofit/>
          </a:bodyPr>
          <a:lstStyle/>
          <a:p>
            <a:endParaRPr lang="en-US" b="0" dirty="0"/>
          </a:p>
          <a:p>
            <a:r>
              <a:rPr lang="en-US" dirty="0">
                <a:solidFill>
                  <a:schemeClr val="tx1"/>
                </a:solidFill>
              </a:rPr>
              <a:t>Slides:</a:t>
            </a: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From Dan’s Book </a:t>
            </a:r>
            <a:r>
              <a:rPr lang="en-US" b="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https://www.engr.scu.edu/~dlewis/book3/</a:t>
            </a: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Some editions from Moe </a:t>
            </a:r>
            <a:r>
              <a:rPr lang="en-US" b="0" dirty="0" err="1">
                <a:solidFill>
                  <a:schemeClr val="tx1"/>
                </a:solidFill>
              </a:rPr>
              <a:t>Amouzgar</a:t>
            </a:r>
            <a:endParaRPr lang="en-US" b="0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And adjusted by me …</a:t>
            </a:r>
          </a:p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575421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2070" y="1296330"/>
            <a:ext cx="9144000" cy="4536779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Grade Calculation</a:t>
            </a:r>
            <a:endParaRPr lang="en-US" b="0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Quizzes: 	60%</a:t>
            </a:r>
          </a:p>
          <a:p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Final: 		40%</a:t>
            </a:r>
            <a:br>
              <a:rPr lang="en-US" b="0" dirty="0">
                <a:solidFill>
                  <a:schemeClr val="tx1"/>
                </a:solidFill>
              </a:rPr>
            </a:br>
            <a:endParaRPr lang="en-US" b="0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No curving …</a:t>
            </a:r>
          </a:p>
          <a:p>
            <a:endParaRPr lang="en-US" b="0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What you see as grade in Camino is what you will get in Workday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600" y="1524892"/>
            <a:ext cx="4751739" cy="35978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5722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D2A04E-4326-56C6-9AA0-B11855894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0" y="1586685"/>
            <a:ext cx="10861964" cy="38751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64847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3048" y="782983"/>
            <a:ext cx="10432783" cy="5834385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Book:</a:t>
            </a:r>
            <a:endParaRPr lang="en-US" b="0" dirty="0">
              <a:solidFill>
                <a:schemeClr val="tx1"/>
              </a:solidFill>
            </a:endParaRPr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Web page:</a:t>
            </a:r>
            <a:r>
              <a:rPr lang="en-US" b="0" dirty="0">
                <a:solidFill>
                  <a:schemeClr val="tx1"/>
                </a:solidFill>
              </a:rPr>
              <a:t> https://www.engr.scu.edu/~dlewis/book3/</a:t>
            </a:r>
          </a:p>
        </p:txBody>
      </p:sp>
      <p:pic>
        <p:nvPicPr>
          <p:cNvPr id="1026" name="Picture 2" descr="https://www.engr.scu.edu/~dlewis/book3/images/Cover5thE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838" y="1407696"/>
            <a:ext cx="2500065" cy="3753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42" y="1921043"/>
            <a:ext cx="6263202" cy="381493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345904" y="2582779"/>
            <a:ext cx="1548063" cy="243037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/>
          <p:cNvSpPr/>
          <p:nvPr/>
        </p:nvSpPr>
        <p:spPr>
          <a:xfrm>
            <a:off x="8815137" y="1431839"/>
            <a:ext cx="484632" cy="978408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4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6116" y="1304422"/>
            <a:ext cx="9144000" cy="5308936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chemeClr val="tx1"/>
                </a:solidFill>
              </a:rPr>
              <a:t>Labs: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Tuesday 2:15pm Dhanishtha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Wednesday 2:15pm Vedica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Thursday 2:15pm Vedica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>
                <a:solidFill>
                  <a:schemeClr val="tx1"/>
                </a:solidFill>
              </a:rPr>
              <a:t>Friday 2:15pm Sahana</a:t>
            </a: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One lab per week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Demo your solution to the TA (at the end)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Submit your solution after the lab (Deadline midnight)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The worst lab will be dropped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b="0" dirty="0">
                <a:solidFill>
                  <a:schemeClr val="tx1"/>
                </a:solidFill>
              </a:rPr>
              <a:t>Yan Cui </a:t>
            </a:r>
            <a:r>
              <a:rPr lang="it-IT" b="0" dirty="0">
                <a:solidFill>
                  <a:schemeClr val="tx1"/>
                </a:solidFill>
                <a:hlinkClick r:id="rId2"/>
              </a:rPr>
              <a:t>ycui4@scu.edu</a:t>
            </a:r>
            <a:r>
              <a:rPr lang="it-IT" b="0" dirty="0">
                <a:solidFill>
                  <a:schemeClr val="tx1"/>
                </a:solidFill>
              </a:rPr>
              <a:t> is in charge</a:t>
            </a:r>
            <a:endParaRPr lang="en-US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79986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6116" y="1304422"/>
            <a:ext cx="9144000" cy="530893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This week's lab:</a:t>
            </a:r>
          </a:p>
          <a:p>
            <a:endParaRPr lang="en-US" b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86557-5BB9-601D-A7C0-2D3402383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284" y="800451"/>
            <a:ext cx="4469118" cy="581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47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3049" y="754909"/>
            <a:ext cx="10400698" cy="5870480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Introduce yourself: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Name?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>
                <a:solidFill>
                  <a:schemeClr val="tx1"/>
                </a:solidFill>
              </a:rPr>
              <a:t>Major?</a:t>
            </a:r>
            <a:endParaRPr lang="en-US" b="0" dirty="0">
              <a:solidFill>
                <a:schemeClr val="tx1"/>
              </a:solidFill>
            </a:endParaRPr>
          </a:p>
          <a:p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Experience in assembler?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How do you use AI?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/>
                </a:solidFill>
              </a:rPr>
              <a:t>How your friends use AI?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352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1718</TotalTime>
  <Words>349</Words>
  <Application>Microsoft Office PowerPoint</Application>
  <PresentationFormat>Widescreen</PresentationFormat>
  <Paragraphs>141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Arial Narrow</vt:lpstr>
      <vt:lpstr>Calibri</vt:lpstr>
      <vt:lpstr>Garamond</vt:lpstr>
      <vt:lpstr>Wingdings</vt:lpstr>
      <vt:lpstr>SCUTemplate</vt:lpstr>
      <vt:lpstr>Custom Design</vt:lpstr>
      <vt:lpstr>1_SCUTemplate</vt:lpstr>
      <vt:lpstr>CSEN20</vt:lpstr>
      <vt:lpstr>CSEN 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245</cp:revision>
  <cp:lastPrinted>2023-09-11T21:46:56Z</cp:lastPrinted>
  <dcterms:created xsi:type="dcterms:W3CDTF">2023-09-09T19:51:41Z</dcterms:created>
  <dcterms:modified xsi:type="dcterms:W3CDTF">2026-09-21T18:34:06Z</dcterms:modified>
</cp:coreProperties>
</file>